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PHP-DS: Practical Data Structures for 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Vector, Deque, Stack, Queue, PriorityQueue, Map, Set + Interfaces (Collection, Sequence, Hashable, Pair)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php-ds (performance &amp; clarity)</a:t>
            </a:r>
          </a:p>
          <a:p>
            <a:pPr/>
            <a:r>
              <a:t>The 7 core structures</a:t>
            </a:r>
          </a:p>
          <a:p>
            <a:pPr/>
            <a:r>
              <a:t>Key interfaces: Collection, Sequence, Hashable, Pair</a:t>
            </a:r>
          </a:p>
          <a:p>
            <a:pPr/>
            <a:r>
              <a:t>When to use what (patterns)</a:t>
            </a:r>
          </a:p>
          <a:p>
            <a:pPr/>
            <a:r>
              <a:t>Live demo: Task Manager System</a:t>
            </a:r>
          </a:p>
          <a:p>
            <a:pPr/>
            <a: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php-ds?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PHP arrays are hash tables: flexible, but heavier (more memory, slower iteration).</a:t>
            </a:r>
          </a:p>
          <a:p>
            <a:pPr/>
            <a:r>
              <a:t>php-ds provides C-implemented, purpose-built data structures.</a:t>
            </a:r>
          </a:p>
          <a:p>
            <a:pPr/>
            <a:r>
              <a:t>Predictable performance, cleaner semantics, modern functional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Contiguous Memory vs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Vector: contiguous memory → fast index access, cache-friendly iteration.</a:t>
            </a:r>
          </a:p>
          <a:p>
            <a:pPr/>
            <a:r>
              <a:t>PHP array: hash buckets + pointers → flexible keys, slower iteration, more memory.</a:t>
            </a:r>
          </a:p>
          <a:p>
            <a:pPr/>
            <a:r>
              <a:t>Rule: list → Vector; key/value → Map; uniqueness →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7 Data Structures (Quick Map)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Avoid when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Dynamic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Lists, transforms, fast 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Frequent front/middle insertions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Double-ended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Add/remove both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Random middle inserts often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LIFO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Parsing, backtracking, 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Random access needs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FIFO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Fair processing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Priority-based serving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PriorityQueue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Heap-backed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Serve by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Stable FIFO order required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Hash map (key→value)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Lookups, caches,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Index-based list operations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Unique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De-dup, intersections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Ordering requirements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— Dynamic Array (contiguous)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O(1) get/set; O(1) amortized push/pop end.</a:t>
            </a:r>
          </a:p>
          <a:p>
            <a:pPr/>
            <a:r>
              <a:t>map, filter, reduce, slice, sorted for pipelines.</a:t>
            </a:r>
          </a:p>
          <a:p>
            <a:pPr/>
            <a:r>
              <a:t>Use for lists, analytics streams, logs.</a:t>
            </a:r>
          </a:p>
          <a:p>
            <a:pPr/>
            <a:r>
              <a:t>Weakness: insert/remove middle is O(n).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Deque — Double-Ended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O(1) push/pop front and back.</a:t>
            </a:r>
          </a:p>
          <a:p>
            <a:pPr/>
            <a:r>
              <a:t>Great for undo/redo, sliding windows, bounded logs.</a:t>
            </a:r>
          </a:p>
          <a:p>
            <a:pPr/>
            <a:r>
              <a:t>Alternative to Vector when front ops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— LIFO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push, pop, peek.</a:t>
            </a:r>
          </a:p>
          <a:p>
            <a:pPr/>
            <a:r>
              <a:t>Use for expression evaluation, nested validations, backtracking.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— FIFO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enqueue, dequeue, peek.</a:t>
            </a:r>
          </a:p>
          <a:p>
            <a:pPr/>
            <a:r>
              <a:t>Use for job pipelines, fair ordering, consumer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PriorityQueue — Serve by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Heap under the hood; O(log n) operations.</a:t>
            </a:r>
          </a:p>
          <a:p>
            <a:pPr/>
            <a:r>
              <a:t>Use for schedulers, ER triage, rate limiting.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— HashMap (key→value)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 lookups/updates by key.</a:t>
            </a:r>
          </a:p>
          <a:p>
            <a:pPr/>
            <a:r>
              <a:t>Functional ops (map/filter) and merges.</a:t>
            </a:r>
          </a:p>
          <a:p>
            <a:pPr/>
            <a:r>
              <a:t>Use for caching, indexing, sessions.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— Unique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Deduplicates automatically.</a:t>
            </a:r>
          </a:p>
          <a:p>
            <a:pPr/>
            <a:r>
              <a:t>Union, intersection, difference.</a:t>
            </a:r>
          </a:p>
          <a:p>
            <a:pPr/>
            <a:r>
              <a:t>Use for tags, unique users,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Collection: count, clear, isEmpty + iterable.</a:t>
            </a:r>
          </a:p>
          <a:p>
            <a:pPr/>
            <a:r>
              <a:t>Sequence: ordered + index-based (Vector, Deque).</a:t>
            </a:r>
          </a:p>
          <a:p>
            <a:pPr/>
            <a:r>
              <a:t>Hashable: custom equals/hash for Map/Set keys.</a:t>
            </a:r>
          </a:p>
          <a:p>
            <a:pPr/>
            <a:r>
              <a:t>Pair: Map iteration yields Pair(key, value).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DS (Patterns)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List of items → Vector</a:t>
            </a:r>
          </a:p>
          <a:p>
            <a:pPr/>
            <a:r>
              <a:t>Front/back operations → Deque</a:t>
            </a:r>
          </a:p>
          <a:p>
            <a:pPr/>
            <a:r>
              <a:t>Undo/redo or parsing → Stack</a:t>
            </a:r>
          </a:p>
          <a:p>
            <a:pPr/>
            <a:r>
              <a:t>Fair work distribution → Queue</a:t>
            </a:r>
          </a:p>
          <a:p>
            <a:pPr/>
            <a:r>
              <a:t>Urgent first → PriorityQueue</a:t>
            </a:r>
          </a:p>
          <a:p>
            <a:pPr/>
            <a:r>
              <a:t>Lookup by id → Map</a:t>
            </a:r>
          </a:p>
          <a:p>
            <a:pPr/>
            <a:r>
              <a:t>Unique identities →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Task Manager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Map for task store; Set to prevent duplicate IDs.</a:t>
            </a:r>
          </a:p>
          <a:p>
            <a:pPr/>
            <a:r>
              <a:t>Queue for normal tasks, PriorityQueue for urgent.</a:t>
            </a:r>
          </a:p>
          <a:p>
            <a:pPr/>
            <a:r>
              <a:t>Deque for undo history.</a:t>
            </a:r>
          </a:p>
          <a:p>
            <a:pPr/>
            <a:r>
              <a:t>Show processing order and undo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Arrays are not arrays (they're hash tables).</a:t>
            </a:r>
          </a:p>
          <a:p>
            <a:pPr/>
            <a:r>
              <a:t>Use ds structures for predictable performance and clarity.</a:t>
            </a:r>
          </a:p>
          <a:p>
            <a:pPr/>
            <a:r>
              <a:t>Pick the structure that matches your access pattern.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