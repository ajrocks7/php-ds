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Vector – The Core of PHP 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Efficient, Dynamic, and Built for Speed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PHP 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Native arrays are flexible but slow at scale.</a:t>
            </a:r>
          </a:p>
          <a:p>
            <a:pPr/>
            <a:r>
              <a:t>`php-ds` provides high-performance, C-based data structures.</a:t>
            </a:r>
          </a:p>
          <a:p>
            <a:pPr/>
            <a:r>
              <a:t>Namespace: Ds\</a:t>
            </a:r>
          </a:p>
          <a:p>
            <a:pPr/>
            <a:r>
              <a:t>Core structures: Vector, Deque, Stack, Queue, PriorityQueue, Map, 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Vector – Dynamic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Resizable list with fast append and access.</a:t>
            </a:r>
          </a:p>
          <a:p>
            <a:pPr/>
            <a:r>
              <a:t>Similar to Java ArrayList / C++ std::vector.</a:t>
            </a:r>
          </a:p>
          <a:p>
            <a:pPr/>
            <a:r>
              <a:t>O(1) access time, low overhead; ideal for dynamic lists.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Methods (Vector)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push(), pop(), insert(index, val), remove(index), get(index), set(index, val)</a:t>
            </a:r>
          </a:p>
          <a:p>
            <a:pPr/>
            <a:r>
              <a:t>map(), filter(), reduce(), slice(), toArray()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Example: Adding bonus to grades with map/filter/reduce</a:t>
            </a:r>
          </a:p>
          <a:p>
            <a:pPr/>
            <a:r>
              <a:t>Show input -&gt; transform -&gt; output</a:t>
            </a:r>
          </a:p>
          <a:p>
            <a:pPr/>
            <a:r>
              <a:t>Code file: vector_operations.php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Demo – Chat Message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Vector to store messages (push).</a:t>
            </a:r>
          </a:p>
          <a:p>
            <a:pPr/>
            <a:r>
              <a:t>Retrieve last N messages via slice().</a:t>
            </a:r>
          </a:p>
          <a:p>
            <a:pPr/>
            <a:r>
              <a:t>Demo idea: live chat history display.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Vector = Fast, Predictable, Clean.</a:t>
            </a:r>
          </a:p>
          <a:p>
            <a:pPr/>
            <a:r>
              <a:t>Use for dynamic lists: logs, chats, notifications.</a:t>
            </a:r>
          </a:p>
          <a:p>
            <a:pPr/>
            <a:r>
              <a:t>Foundation for more advanced 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Implement tasks: basics, CRUD+functional ops, reverse-string algorithm.</a:t>
            </a:r>
          </a:p>
          <a:p>
            <a:pPr/>
            <a:r>
              <a:t>Share code for review to unlock Day 2.</a:t>
            </a:r>
          </a:p>
          <a:p>
            <a:pPr/>
            <a:r>
              <a:t>Prepare demo and rehearse talk (10-15 mins).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